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2" r:id="rId6"/>
    <p:sldId id="263" r:id="rId7"/>
    <p:sldId id="261" r:id="rId8"/>
    <p:sldId id="259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46AD-4B05-9ED9-C1D8-9CD193680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63784-8864-8632-FE56-A85571E77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975B7-C23F-64B2-D4D7-8DE52937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515C9-1CD4-81A2-D50D-69A1C23F7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59BA4-D47A-C1A3-7DD9-1E588398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1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78EF-90A9-9109-A357-5C043221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FAA21-A107-7480-7932-4AC761F67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9BC03-B736-8A4E-BC77-07238F4C4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757D0-54BD-1117-AC8F-A25108C32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1D683-12AB-4C4F-724E-0BDA7D3D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44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2A3D-F7C6-C405-DAE0-640A6544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A093C-5EE4-7C6B-4401-E66191032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12CE1-37D5-9A7F-375F-FAAFE787C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C5E61-8373-8E1E-E66F-AD16AB8B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D47D3-A882-76A7-9002-0500CBBD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3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18B3-CB79-A21E-5425-8F433417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1FE5F-FBD0-D824-04C2-E6A102E40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A50C0-6692-968D-6704-30B626DF5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2BC8F-A42C-7AE3-34E8-D01F7207D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0CE63-C91D-849A-1CDA-D4437194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EE7EC-ECA3-9F33-7AC8-399BF10C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66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1531-F9BA-B0AD-3B33-A96C85BA5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FCD97-4B20-01C2-A8A8-B6DBE4C22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66230-C7A6-4A26-D75B-35BFD5887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4476D-258F-6978-4578-F48F1EC0B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0F6BE4-3907-D211-F7A7-2A6A68900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76FD6-257D-CFFA-DB1C-A769D2641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2E6F0B-C412-F713-7457-2F5D4E7B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1C5D87-DB57-6F46-B3DC-255B6BE74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1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5A6A-4335-0AB0-5A3E-61D90DE7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4D760-BAD2-7E22-6DE6-F49869F0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B4F38-44A3-0176-B076-2E528FFA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76413-C062-ADA2-51F6-597231A4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2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AD8432-62A3-8DE9-4184-1DE4F1991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A718D-A472-6E37-02BC-3AC7C554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42C98-9B9E-3CEF-2A1B-DDFC2931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3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A2037-525A-A780-AE3F-AF77BE538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D1022-BFBD-8FEE-4984-4A04A003A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65F01-B3FF-BD8A-88D0-79E183B67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1C300-1761-5263-2146-06ACC147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74754-7285-6114-4459-FE84F07D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E433B-CCBA-3AB4-58FE-2E5C49C3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56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D146-A069-87BA-5082-A87B38B0F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F539D-D5A4-8886-CB8B-F5C2871BF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062A4-1143-0582-02E0-8E8B09FE6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F9F18-C3E6-2233-6CC7-4F03CBC53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B0872-1EE2-22F0-FF0F-9C58D9BD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ECAE9-3C98-6122-968A-AD720E444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9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00AD8-7DB2-4E5A-4175-DA11E170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977BB-3A6B-19A9-38B1-BD05C07A8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D3662-78C5-3F0F-4031-D5D02422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B0B65-F646-AB38-A356-32E5B2799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D6C1-30E0-5EBB-72F3-CCF591A7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16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B920A-36B0-7471-7470-330CA1B22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9B962-FFDD-CAF9-0475-8FD1CD8C6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80070-CBD3-038F-F951-3A0A74A5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A42D-5BAB-BBC4-F299-716117EE7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668BC-527D-EB07-C4CF-46B02C1C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9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C750B4-429E-DFE0-BE2F-715E54B1E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9D7CC-1626-C56E-677C-68CA8E90F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4C123-3489-3312-51F3-3DEF10508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88A4D-87F9-472E-9768-C9372E95C53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D2BA6-16B2-F046-34B5-7DE4F9DF8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A864B-9CDD-0793-EA34-A1E1C4516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46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3E43-2B6B-28D9-E1A7-EA143920B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C3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18887-1E4C-6F03-8795-544DD7BB84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1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217C-445A-FFF3-3E67-FEC2DF3FD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68D5-77F8-CDF3-45F7-E9C89D1023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CONVERSATIONAL CONSTRAINED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4AC36-259E-595A-4B7E-7F1FFA976D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Project of Anh Quan Nguyen</a:t>
            </a:r>
          </a:p>
        </p:txBody>
      </p:sp>
    </p:spTree>
    <p:extLst>
      <p:ext uri="{BB962C8B-B14F-4D97-AF65-F5344CB8AC3E}">
        <p14:creationId xmlns:p14="http://schemas.microsoft.com/office/powerpoint/2010/main" val="210848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D54C6D-BDB5-26C8-0B67-DDBF58CCB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6202" y="1253331"/>
            <a:ext cx="85595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776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23BDF-3EA6-7922-13DF-AD47778B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0C1279-98D8-F42D-3FCB-AEA34D0A28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27" r="6066"/>
          <a:stretch>
            <a:fillRect/>
          </a:stretch>
        </p:blipFill>
        <p:spPr>
          <a:xfrm>
            <a:off x="3254952" y="103909"/>
            <a:ext cx="5682096" cy="642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26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9314B-487B-48EE-61B8-0F16D2AD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AAF5CF-ACB0-4899-9EEB-DC1E7D6EF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86" y="293619"/>
            <a:ext cx="11081427" cy="522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19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8E847-76BC-D16E-5ED8-C81DE1708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8FF163-E4EB-731B-C178-7542A6663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6992"/>
            <a:ext cx="12192000" cy="520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A3A40-27EF-D6FB-839E-17CAEB46B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0709D6-6116-2E15-341F-0C0A1F6FA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1" y="1071233"/>
            <a:ext cx="11164858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8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D2D22-42E6-E0F4-C282-C83FE201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241B64-F618-493A-B183-5875D8EE5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328" y="3668494"/>
            <a:ext cx="10515600" cy="26814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38522E-1FCB-15C1-2B6B-30456B053EBE}"/>
              </a:ext>
            </a:extLst>
          </p:cNvPr>
          <p:cNvSpPr txBox="1"/>
          <p:nvPr/>
        </p:nvSpPr>
        <p:spPr>
          <a:xfrm>
            <a:off x="1001421" y="1285962"/>
            <a:ext cx="3009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PCK-Means, COP-Kmeans, Constrained Spectral Clustering, ...</a:t>
            </a:r>
          </a:p>
        </p:txBody>
      </p:sp>
      <p:pic>
        <p:nvPicPr>
          <p:cNvPr id="1026" name="Picture 2" descr="Methods For Clustering with Constraints in Data Mining - GeeksforGeeks">
            <a:extLst>
              <a:ext uri="{FF2B5EF4-FFF2-40B4-BE49-F238E27FC236}">
                <a16:creationId xmlns:a16="http://schemas.microsoft.com/office/drawing/2014/main" id="{60148D57-6CD0-FE93-CA7E-1040FFA41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506" y="250921"/>
            <a:ext cx="6712093" cy="336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113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4354-7FEB-AE5C-07BE-3919B9FF3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60BD2D-3D88-DDA4-30B3-BFE5C6D41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253331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92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8F3D-BF08-7FED-6627-D979C6DA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6750CA-0399-D645-D940-30D4DFEB2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359"/>
            <a:ext cx="7015431" cy="53120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635015-DEF2-3A3F-4861-621543C8E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246" y="3158156"/>
            <a:ext cx="4639322" cy="3534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6B1650-866D-2B55-7CBF-A422D20F6F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35"/>
          <a:stretch>
            <a:fillRect/>
          </a:stretch>
        </p:blipFill>
        <p:spPr>
          <a:xfrm>
            <a:off x="7543799" y="165576"/>
            <a:ext cx="3680628" cy="299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899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9A55-5FE4-6D7F-C69C-E7BC0975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C9511D-2FD6-8491-B51F-3D921C463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92" y="909286"/>
            <a:ext cx="10136015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47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4F470-C2DD-E720-0817-D54D8044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5E6F80-1BCA-21DA-14E0-C92CECEA2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92" y="914049"/>
            <a:ext cx="10136015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55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A5D47-37A1-D9C0-A941-4DE148F29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C07301-B78F-2514-7CA6-DC427D2E1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101" y="2662576"/>
            <a:ext cx="9879797" cy="183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98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F542-4181-72BA-788C-24EA4AF29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F5EB86-3EB2-2062-24CB-2F1C003AC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81" y="2617935"/>
            <a:ext cx="10298901" cy="193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885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90A7A-8200-797F-954A-B75613296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EC803C-543A-0FF5-82DF-3790C4B19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02" y="2783970"/>
            <a:ext cx="10045596" cy="144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26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4D59-5BEB-59A4-96A2-A58C38C59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C9E403-DEBE-C2FC-CA71-7DE8EE614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314" y="2309091"/>
            <a:ext cx="9761435" cy="223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16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D624B-1B9A-D57A-116D-3FCE5C531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6F96B8-C206-6099-DE0E-22766F04A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70" y="2077126"/>
            <a:ext cx="9909060" cy="295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9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3541-3264-2292-43E0-3F6046C8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79B5AA-E5C2-91CA-B079-48FB1F5DF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392" y="2348273"/>
            <a:ext cx="9686512" cy="216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42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57216-17C5-A418-8A54-03C61BCC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A2B4C8-6B61-3E60-43A2-4146B0C50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82" y="796216"/>
            <a:ext cx="9853851" cy="526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395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C0AD4-2F5B-6ABC-7DDF-94342709A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5BFD63-8F0D-66B9-1A1A-7430B94AE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69" y="139673"/>
            <a:ext cx="9895774" cy="2976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A470A9-ACA6-41C2-179D-3E5E66352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954" y="3116396"/>
            <a:ext cx="6629604" cy="365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53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C521A-2BCB-02E9-BECB-F40F4FB3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lustering Evaluation Metrics for Machine Learning in Data Science">
            <a:extLst>
              <a:ext uri="{FF2B5EF4-FFF2-40B4-BE49-F238E27FC236}">
                <a16:creationId xmlns:a16="http://schemas.microsoft.com/office/drawing/2014/main" id="{6F7D1995-8966-669B-BFF6-0123F081D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652" y="1001556"/>
            <a:ext cx="7620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lustering Evaluation Metrics for Machine Learning in Data Science">
            <a:extLst>
              <a:ext uri="{FF2B5EF4-FFF2-40B4-BE49-F238E27FC236}">
                <a16:creationId xmlns:a16="http://schemas.microsoft.com/office/drawing/2014/main" id="{41B77A06-39BD-3B58-BB55-5256D3AEB8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5" r="12654"/>
          <a:stretch>
            <a:fillRect/>
          </a:stretch>
        </p:blipFill>
        <p:spPr bwMode="auto">
          <a:xfrm>
            <a:off x="2899064" y="3429000"/>
            <a:ext cx="6057176" cy="146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456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DFACD5-1B32-4210-81B4-A9CD965AD3D4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73f326dc-c70c-4913-a8b8-642a524596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18</Words>
  <Application>Microsoft Office PowerPoint</Application>
  <PresentationFormat>Widescreen</PresentationFormat>
  <Paragraphs>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C3</vt:lpstr>
      <vt:lpstr>CONVERSATIONAL CONSTRAINED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Quan Nguyen</dc:creator>
  <cp:lastModifiedBy>Quan Nguyen</cp:lastModifiedBy>
  <cp:revision>2</cp:revision>
  <dcterms:created xsi:type="dcterms:W3CDTF">2026-05-21T07:07:12Z</dcterms:created>
  <dcterms:modified xsi:type="dcterms:W3CDTF">2026-05-22T07:16:54Z</dcterms:modified>
</cp:coreProperties>
</file>